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0a2ec2f7434e02" /><Relationship Type="http://schemas.openxmlformats.org/officeDocument/2006/relationships/extended-properties" Target="/docProps/app.xml" Id="R3dcb325c23894a8e" /><Relationship Type="http://schemas.openxmlformats.org/officeDocument/2006/relationships/officeDocument" Target="/ppt/presentation.xml" Id="Rd4da45345ad244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c0939e6f134015"/>
  </p:sldMasterIdLst>
  <p:notesMasterIdLst>
    <p:notesMasterId xmlns:r="http://schemas.openxmlformats.org/officeDocument/2006/relationships" r:id="R6eee9481a58c4008"/>
  </p:notesMasterIdLst>
  <p:sldIdLst>
    <p:sldId xmlns:r="http://schemas.openxmlformats.org/officeDocument/2006/relationships" id="256" r:id="Rc155aff6632a459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ec8f3ab85f487b" /><Relationship Type="http://schemas.openxmlformats.org/officeDocument/2006/relationships/slideMaster" Target="/ppt/slideMasters/slideMaster1.xml" Id="R59c0939e6f134015" /><Relationship Type="http://schemas.openxmlformats.org/officeDocument/2006/relationships/notesMaster" Target="/ppt/notesMasters/notesMaster1.xml" Id="R6eee9481a58c4008" /><Relationship Type="http://schemas.openxmlformats.org/officeDocument/2006/relationships/presProps" Target="/ppt/presProps.xml" Id="R143fea34fd55466b" /><Relationship Type="http://schemas.openxmlformats.org/officeDocument/2006/relationships/viewProps" Target="/ppt/viewProps.xml" Id="R8b08ef890d2448bf" /><Relationship Type="http://schemas.openxmlformats.org/officeDocument/2006/relationships/tableStyles" Target="/ppt/tableStyles.xml" Id="Rec6b1e883d964d57" /><Relationship Type="http://schemas.openxmlformats.org/officeDocument/2006/relationships/slide" Target="/ppt/slides/slide1.xml" Id="Rc155aff6632a45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f7182e452140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5c4c04d65c4fa9" /><Relationship Type="http://schemas.openxmlformats.org/officeDocument/2006/relationships/notesMaster" Target="/ppt/notesMasters/notesMaster1.xml" Id="R8153f312003148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ab5c56ffb44c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598285449e4c34" /><Relationship Type="http://schemas.openxmlformats.org/officeDocument/2006/relationships/slideLayout" Target="/ppt/slideLayouts/slideLayout1.xml" Id="Rb20850e55a8346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0850e55a8346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691f820bb4204" /><Relationship Type="http://schemas.openxmlformats.org/officeDocument/2006/relationships/notesSlide" Target="/ppt/notesSlides/notesSlide1.xml" Id="R33a36a2cdde444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92613E-14B9-4F8E-B7A1-D3B951D6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50224"/>
            <a:ext cx="1148642" cy="3258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72B"/>
          </a:solidFill>
          <a:ln xmlns:a="http://schemas.openxmlformats.org/drawingml/2006/main">
            <a:solidFill>
              <a:srgbClr val="D9472B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项目技术路线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A67DF-4894-4813-B6A2-2B4D4158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393" y="4764030"/>
            <a:ext cx="949838" cy="298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9050">
            <a:solidFill>
              <a:srgbClr val="C9A97B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1A16"/>
                </a:solidFill>
              </a:defRPr>
            </a:pPr>
            <a:r>
              <a:rPr sz="1350" b="1">
                <a:solidFill>
                  <a:srgbClr val="1E1A16"/>
                </a:solidFill>
              </a:rPr>
              <a:t>1. 人设配置层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3C1861-FD40-43E9-93A0-A6630B1A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882" y="3902548"/>
            <a:ext cx="1275655" cy="298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9050">
            <a:solidFill>
              <a:srgbClr val="C9A97B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1A16"/>
                </a:solidFill>
              </a:defRPr>
            </a:pPr>
            <a:r>
              <a:rPr sz="1350" b="1">
                <a:solidFill>
                  <a:srgbClr val="1E1A16"/>
                </a:solidFill>
              </a:rPr>
              <a:t>2. Prompt / Registry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FEFAA-6997-43F4-92D8-A2ACE914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188" y="3041067"/>
            <a:ext cx="1054762" cy="298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A27"/>
          </a:solidFill>
          <a:ln xmlns:a="http://schemas.openxmlformats.org/drawingml/2006/main" w="19050">
            <a:solidFill>
              <a:srgbClr val="2E2A27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4E8"/>
                </a:solidFill>
              </a:defRPr>
            </a:pPr>
            <a:r>
              <a:rPr sz="1350" b="1">
                <a:solidFill>
                  <a:srgbClr val="FFF4E8"/>
                </a:solidFill>
              </a:rPr>
              <a:t>3. Agent 服务层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3EBA32-BEC6-48FB-B4F3-E6E197A6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1287" y="2466747"/>
            <a:ext cx="949838" cy="298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9050">
            <a:solidFill>
              <a:srgbClr val="C9A97B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1A16"/>
                </a:solidFill>
              </a:defRPr>
            </a:pPr>
            <a:r>
              <a:rPr sz="1350" b="1">
                <a:solidFill>
                  <a:srgbClr val="1E1A16"/>
                </a:solidFill>
              </a:rPr>
              <a:t>4. 输出编排层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0BFFB-BFD6-470B-89A2-3B17CFF6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835" y="1892426"/>
            <a:ext cx="949838" cy="298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9050">
            <a:solidFill>
              <a:srgbClr val="C9A97B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1A16"/>
                </a:solidFill>
              </a:defRPr>
            </a:pPr>
            <a:r>
              <a:rPr sz="1350" b="1">
                <a:solidFill>
                  <a:srgbClr val="1E1A16"/>
                </a:solidFill>
              </a:rPr>
              <a:t>5. 终端硬件层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2ACCB-0C2B-43B0-9586-BBECDC89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06" y="4476869"/>
            <a:ext cx="497008" cy="298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7D2"/>
          </a:solidFill>
          <a:ln xmlns:a="http://schemas.openxmlformats.org/drawingml/2006/main">
            <a:solidFill>
              <a:srgbClr val="D5B38C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B4630"/>
                </a:solidFill>
              </a:defRPr>
            </a:pPr>
            <a:r>
              <a:rPr sz="900">
                <a:solidFill>
                  <a:srgbClr val="5B4630"/>
                </a:solidFill>
              </a:rPr>
              <a:t>skills/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6763B-1AFA-43C3-8511-3F488E56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255" y="5051190"/>
            <a:ext cx="1214909" cy="298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7D2"/>
          </a:solidFill>
          <a:ln xmlns:a="http://schemas.openxmlformats.org/drawingml/2006/main">
            <a:solidFill>
              <a:srgbClr val="D5B38C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B4630"/>
                </a:solidFill>
              </a:defRPr>
            </a:pPr>
            <a:r>
              <a:rPr sz="900">
                <a:solidFill>
                  <a:srgbClr val="5B4630"/>
                </a:solidFill>
              </a:rPr>
              <a:t>meta.json / SKILL.md / assets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1E736-5B9F-4863-927D-DE484942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1008" y="3615388"/>
            <a:ext cx="773124" cy="298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7D2"/>
          </a:solidFill>
          <a:ln xmlns:a="http://schemas.openxmlformats.org/drawingml/2006/main">
            <a:solidFill>
              <a:srgbClr val="D5B38C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B4630"/>
                </a:solidFill>
              </a:defRPr>
            </a:pPr>
            <a:r>
              <a:rPr sz="900">
                <a:solidFill>
                  <a:srgbClr val="5B4630"/>
                </a:solidFill>
              </a:rPr>
              <a:t>Prompt Builder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6885D6-77C6-4A18-9FAD-E58BAB38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6157" y="4189709"/>
            <a:ext cx="822825" cy="298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7D2"/>
          </a:solidFill>
          <a:ln xmlns:a="http://schemas.openxmlformats.org/drawingml/2006/main">
            <a:solidFill>
              <a:srgbClr val="D5B38C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B4630"/>
                </a:solidFill>
              </a:defRPr>
            </a:pPr>
            <a:r>
              <a:rPr sz="900">
                <a:solidFill>
                  <a:srgbClr val="5B4630"/>
                </a:solidFill>
              </a:rPr>
              <a:t>PersonaRegistry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60499-0153-405E-B18B-A7EA6A06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8899" y="3041067"/>
            <a:ext cx="894615" cy="298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B8"/>
          </a:solidFill>
          <a:ln xmlns:a="http://schemas.openxmlformats.org/drawingml/2006/main" w="19050">
            <a:solidFill>
              <a:srgbClr val="D88A1F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A2A00"/>
                </a:solidFill>
              </a:defRPr>
            </a:pPr>
            <a:r>
              <a:rPr sz="1125" b="1">
                <a:solidFill>
                  <a:srgbClr val="5A2A00"/>
                </a:solidFill>
              </a:rPr>
              <a:t>PersonaAgent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906DED-7482-4B33-A110-AB3F3BA9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3602" y="3615388"/>
            <a:ext cx="1165208" cy="298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7D2"/>
          </a:solidFill>
          <a:ln xmlns:a="http://schemas.openxmlformats.org/drawingml/2006/main">
            <a:solidFill>
              <a:srgbClr val="D5B38C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B4630"/>
                </a:solidFill>
              </a:defRPr>
            </a:pPr>
            <a:r>
              <a:rPr sz="900">
                <a:solidFill>
                  <a:srgbClr val="5B4630"/>
                </a:solidFill>
              </a:rPr>
              <a:t>FastAPI / CLI / Bridge / Duel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38544A-7756-4731-BD08-4E782962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2258" y="4189709"/>
            <a:ext cx="1087896" cy="298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7D2"/>
          </a:solidFill>
          <a:ln xmlns:a="http://schemas.openxmlformats.org/drawingml/2006/main">
            <a:solidFill>
              <a:srgbClr val="D5B38C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B4630"/>
                </a:solidFill>
              </a:defRPr>
            </a:pPr>
            <a:r>
              <a:rPr sz="900">
                <a:solidFill>
                  <a:srgbClr val="5B4630"/>
                </a:solidFill>
              </a:rPr>
              <a:t>SessionStore / AgentPool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C3F8AB-5AF6-4673-AE5A-D1057F8D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026" y="2466747"/>
            <a:ext cx="607455" cy="298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7D2"/>
          </a:solidFill>
          <a:ln xmlns:a="http://schemas.openxmlformats.org/drawingml/2006/main">
            <a:solidFill>
              <a:srgbClr val="D5B38C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B4630"/>
                </a:solidFill>
              </a:defRPr>
            </a:pPr>
            <a:r>
              <a:rPr sz="900">
                <a:solidFill>
                  <a:srgbClr val="5B4630"/>
                </a:solidFill>
              </a:rPr>
              <a:t>回复文本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C25D09-3763-47BD-A3BA-FAA4A958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759" y="3041067"/>
            <a:ext cx="739990" cy="298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7D2"/>
          </a:solidFill>
          <a:ln xmlns:a="http://schemas.openxmlformats.org/drawingml/2006/main">
            <a:solidFill>
              <a:srgbClr val="D5B38C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B4630"/>
                </a:solidFill>
              </a:defRPr>
            </a:pPr>
            <a:r>
              <a:rPr sz="900">
                <a:solidFill>
                  <a:srgbClr val="5B4630"/>
                </a:solidFill>
              </a:rPr>
              <a:t>情绪状态映射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2A6C14-E516-46CE-A28E-A5F716DC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8281" y="3615388"/>
            <a:ext cx="728946" cy="298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7D2"/>
          </a:solidFill>
          <a:ln xmlns:a="http://schemas.openxmlformats.org/drawingml/2006/main">
            <a:solidFill>
              <a:srgbClr val="D5B38C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B4630"/>
                </a:solidFill>
              </a:defRPr>
            </a:pPr>
            <a:r>
              <a:rPr sz="900">
                <a:solidFill>
                  <a:srgbClr val="5B4630"/>
                </a:solidFill>
              </a:rPr>
              <a:t>TXT协议下发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665D9A-5944-469E-896E-4ADAE752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462" y="4189709"/>
            <a:ext cx="1010584" cy="298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B8"/>
          </a:solidFill>
          <a:ln xmlns:a="http://schemas.openxmlformats.org/drawingml/2006/main" w="19050">
            <a:solidFill>
              <a:srgbClr val="D88A1F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A2A00"/>
                </a:solidFill>
              </a:defRPr>
            </a:pPr>
            <a:r>
              <a:rPr sz="1125" b="1">
                <a:solidFill>
                  <a:srgbClr val="5A2A00"/>
                </a:solidFill>
              </a:rPr>
              <a:t>拼音音素语音合成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2C7574-D98C-4113-9BE7-B937A925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8035" y="1318105"/>
            <a:ext cx="872526" cy="298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7D2"/>
          </a:solidFill>
          <a:ln xmlns:a="http://schemas.openxmlformats.org/drawingml/2006/main">
            <a:solidFill>
              <a:srgbClr val="D5B38C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B4630"/>
                </a:solidFill>
              </a:defRPr>
            </a:pPr>
            <a:r>
              <a:rPr sz="900">
                <a:solidFill>
                  <a:srgbClr val="5B4630"/>
                </a:solidFill>
              </a:rPr>
              <a:t>M5Stack / Arduino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D1EA0E-1DEA-413A-ACE1-7CCF8483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098" y="1892426"/>
            <a:ext cx="1336400" cy="298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7D2"/>
          </a:solidFill>
          <a:ln xmlns:a="http://schemas.openxmlformats.org/drawingml/2006/main">
            <a:solidFill>
              <a:srgbClr val="D5B38C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B4630"/>
                </a:solidFill>
              </a:defRPr>
            </a:pPr>
            <a:r>
              <a:rPr sz="900">
                <a:solidFill>
                  <a:srgbClr val="5B4630"/>
                </a:solidFill>
              </a:rPr>
              <a:t>动画场景 / PCM播放 / WebSocket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5747C8-219F-463F-8A65-90A4AF75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1022" y="2466747"/>
            <a:ext cx="1126552" cy="298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7D2"/>
          </a:solidFill>
          <a:ln xmlns:a="http://schemas.openxmlformats.org/drawingml/2006/main">
            <a:solidFill>
              <a:srgbClr val="D5B38C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B4630"/>
                </a:solidFill>
              </a:defRPr>
            </a:pPr>
            <a:r>
              <a:rPr sz="900">
                <a:solidFill>
                  <a:srgbClr val="5B4630"/>
                </a:solidFill>
              </a:rPr>
              <a:t>BLE Encounter / NFC 触发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641490-859D-4F35-90B1-99A4C4AE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696" y="3041067"/>
            <a:ext cx="1535204" cy="298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530"/>
          </a:solidFill>
          <a:ln xmlns:a="http://schemas.openxmlformats.org/drawingml/2006/main">
            <a:solidFill>
              <a:srgbClr val="3A3530"/>
            </a:solidFill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4E8"/>
                </a:solidFill>
              </a:defRPr>
            </a:pPr>
            <a:r>
              <a:rPr sz="1050" b="1">
                <a:solidFill>
                  <a:srgbClr val="FFF4E8"/>
                </a:solidFill>
              </a:rPr>
              <a:t>人设驱动 + 多入口服务 + 硬件联动</a:t>
            </a:r>
          </a:p>
        </p:txBody>
      </p:sp>
      <p:cxnSp>
        <p:nvCxnSpPr>
          <p:cNvPr id="22" name=""/>
          <p:cNvCxnSpPr>
            <a:stCxn xmlns:a="http://schemas.openxmlformats.org/drawingml/2006/main" id="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 flipV="1">
            <a:off x="1948742" y="4913133"/>
            <a:ext cx="40865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chemeClr val="accent1">
                <a:lumMod val="50000"/>
              </a:schemeClr>
            </a:solidFill>
            <a:prstDash val="solid"/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 rot="5400000">
            <a:off x="3080816" y="4278066"/>
            <a:ext cx="861482" cy="408651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9525">
            <a:solidFill>
              <a:schemeClr val="accent1">
                <a:lumMod val="50000"/>
              </a:schemeClr>
            </a:solidFill>
            <a:prstDash val="solid"/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rot="5400000">
            <a:off x="4765122" y="3416584"/>
            <a:ext cx="861481" cy="408651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9525">
            <a:solidFill>
              <a:schemeClr val="accent1">
                <a:lumMod val="50000"/>
              </a:schemeClr>
            </a:solidFill>
            <a:prstDash val="solid"/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rot="5400000">
            <a:off x="6425959" y="2644841"/>
            <a:ext cx="574320" cy="516337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9525">
            <a:solidFill>
              <a:schemeClr val="accent1">
                <a:lumMod val="50000"/>
              </a:schemeClr>
            </a:solidFill>
            <a:prstDash val="solid"/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rot="5400000">
            <a:off x="7907320" y="2055334"/>
            <a:ext cx="574321" cy="54671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9525">
            <a:solidFill>
              <a:schemeClr val="accent1">
                <a:lumMod val="50000"/>
              </a:schemeClr>
            </a:solidFill>
            <a:prstDash val="solid"/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2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rot="5400000">
            <a:off x="3562638" y="4370565"/>
            <a:ext cx="287161" cy="7979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9525">
            <a:solidFill>
              <a:schemeClr val="accent1">
                <a:lumMod val="50000"/>
              </a:schemeClr>
            </a:solidFill>
            <a:prstDash val="solid"/>
          </a:ln>
        </p:spPr>
      </p:cxnSp>
      <p:cxnSp>
        <p:nvCxnSpPr>
          <p:cNvPr id="28" name=""/>
          <p:cNvCxnSpPr>
            <a:stCxn xmlns:a="http://schemas.openxmlformats.org/drawingml/2006/main" id="2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rot="16200000" flipH="1">
            <a:off x="3383163" y="4837200"/>
            <a:ext cx="287160" cy="439024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9525">
            <a:solidFill>
              <a:schemeClr val="accent1">
                <a:lumMod val="50000"/>
              </a:schemeClr>
            </a:solidFill>
            <a:prstDash val="solid"/>
          </a:ln>
        </p:spPr>
      </p:cxnSp>
      <p:cxnSp>
        <p:nvCxnSpPr>
          <p:cNvPr id="29" name=""/>
          <p:cNvCxnSpPr>
            <a:stCxn xmlns:a="http://schemas.openxmlformats.org/drawingml/2006/main" id="3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rot="5400000">
            <a:off x="5122693" y="3633335"/>
            <a:ext cx="287160" cy="549471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9525">
            <a:solidFill>
              <a:schemeClr val="accent1">
                <a:lumMod val="50000"/>
              </a:schemeClr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3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rot="16200000" flipH="1">
            <a:off x="5110267" y="3932921"/>
            <a:ext cx="287161" cy="52462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9525">
            <a:solidFill>
              <a:schemeClr val="accent1">
                <a:lumMod val="50000"/>
              </a:schemeClr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454950" y="3190170"/>
            <a:ext cx="543949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chemeClr val="accent1">
                <a:lumMod val="50000"/>
              </a:schemeClr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4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rot="16200000" flipH="1">
            <a:off x="6372116" y="3273004"/>
            <a:ext cx="574321" cy="408652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9525">
            <a:solidFill>
              <a:schemeClr val="accent1">
                <a:lumMod val="50000"/>
              </a:schemeClr>
            </a:solidFill>
            <a:prstDash val="solid"/>
          </a:ln>
        </p:spPr>
      </p:cxnSp>
      <p:cxnSp>
        <p:nvCxnSpPr>
          <p:cNvPr id="33" name=""/>
          <p:cNvCxnSpPr>
            <a:stCxn xmlns:a="http://schemas.openxmlformats.org/drawingml/2006/main" id="4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rot="16200000" flipH="1">
            <a:off x="6104283" y="3540837"/>
            <a:ext cx="1148642" cy="447308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9525">
            <a:solidFill>
              <a:schemeClr val="accent1">
                <a:lumMod val="50000"/>
              </a:schemeClr>
            </a:solidFill>
            <a:prstDash val="solid"/>
          </a:ln>
        </p:spPr>
      </p:cxnSp>
      <p:cxnSp>
        <p:nvCxnSpPr>
          <p:cNvPr id="34" name=""/>
          <p:cNvCxnSpPr>
            <a:stCxn xmlns:a="http://schemas.openxmlformats.org/drawingml/2006/main" id="5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921125" y="2615850"/>
            <a:ext cx="71790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chemeClr val="accent1">
                <a:lumMod val="50000"/>
              </a:schemeClr>
            </a:solidFill>
            <a:prstDash val="solid"/>
          </a:ln>
        </p:spPr>
      </p:cxnSp>
      <p:cxnSp>
        <p:nvCxnSpPr>
          <p:cNvPr id="35" name=""/>
          <p:cNvCxnSpPr>
            <a:stCxn xmlns:a="http://schemas.openxmlformats.org/drawingml/2006/main" id="5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rot="16200000" flipH="1">
            <a:off x="7959782" y="2577193"/>
            <a:ext cx="574320" cy="651634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9525">
            <a:solidFill>
              <a:schemeClr val="accent1">
                <a:lumMod val="50000"/>
              </a:schemeClr>
            </a:solidFill>
            <a:prstDash val="solid"/>
          </a:ln>
        </p:spPr>
      </p:cxnSp>
      <p:cxnSp>
        <p:nvCxnSpPr>
          <p:cNvPr id="36" name=""/>
          <p:cNvCxnSpPr>
            <a:stCxn xmlns:a="http://schemas.openxmlformats.org/drawingml/2006/main" id="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rot="16200000" flipH="1">
            <a:off x="7675383" y="2861592"/>
            <a:ext cx="1148641" cy="657156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9525">
            <a:solidFill>
              <a:schemeClr val="accent1">
                <a:lumMod val="50000"/>
              </a:schemeClr>
            </a:solidFill>
            <a:prstDash val="solid"/>
          </a:ln>
        </p:spPr>
      </p:cxnSp>
      <p:cxnSp>
        <p:nvCxnSpPr>
          <p:cNvPr id="37" name=""/>
          <p:cNvCxnSpPr>
            <a:stCxn xmlns:a="http://schemas.openxmlformats.org/drawingml/2006/main" id="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rot="16200000" flipH="1">
            <a:off x="7317813" y="3219162"/>
            <a:ext cx="1722962" cy="516337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9525">
            <a:solidFill>
              <a:schemeClr val="accent1">
                <a:lumMod val="50000"/>
              </a:schemeClr>
            </a:solidFill>
            <a:prstDash val="solid"/>
          </a:ln>
        </p:spPr>
      </p:cxn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rot="5400000">
            <a:off x="9515694" y="1369187"/>
            <a:ext cx="574321" cy="770362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9525">
            <a:solidFill>
              <a:schemeClr val="accent1">
                <a:lumMod val="50000"/>
              </a:schemeClr>
            </a:solidFill>
            <a:prstDash val="solid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417673" y="2041529"/>
            <a:ext cx="538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chemeClr val="accent1">
                <a:lumMod val="50000"/>
              </a:schemeClr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rot="16200000" flipH="1">
            <a:off x="9452187" y="2007015"/>
            <a:ext cx="574321" cy="643349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9525">
            <a:solidFill>
              <a:schemeClr val="accent1">
                <a:lumMod val="50000"/>
              </a:schemeClr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rot="16200000" flipH="1">
            <a:off x="9062864" y="2396338"/>
            <a:ext cx="1148641" cy="439023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9525">
            <a:solidFill>
              <a:schemeClr val="accent1">
                <a:lumMod val="50000"/>
              </a:schemeClr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4699826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2026-06-14T05:37:20.9420000Z</dcterms:created>
  <dcterms:modified xsi:type="dcterms:W3CDTF">2026-06-14T05:37:20.9420000Z</dcterms:modified>
</coreProperties>
</file>