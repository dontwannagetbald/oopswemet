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fdbaedc6b94893" /><Relationship Type="http://schemas.openxmlformats.org/officeDocument/2006/relationships/extended-properties" Target="/docProps/app.xml" Id="R764244e393844ebd" /><Relationship Type="http://schemas.openxmlformats.org/officeDocument/2006/relationships/officeDocument" Target="/ppt/presentation.xml" Id="R3e94e7fd092a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2ead98ba34425"/>
  </p:sldMasterIdLst>
  <p:notesMasterIdLst>
    <p:notesMasterId xmlns:r="http://schemas.openxmlformats.org/officeDocument/2006/relationships" r:id="Raf4979ad7ec14c59"/>
  </p:notesMasterIdLst>
  <p:sldIdLst>
    <p:sldId xmlns:r="http://schemas.openxmlformats.org/officeDocument/2006/relationships" id="256" r:id="Rc415db42eeb94f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bd4c126504f80" /><Relationship Type="http://schemas.openxmlformats.org/officeDocument/2006/relationships/slideMaster" Target="/ppt/slideMasters/slideMaster1.xml" Id="Rc9c2ead98ba34425" /><Relationship Type="http://schemas.openxmlformats.org/officeDocument/2006/relationships/notesMaster" Target="/ppt/notesMasters/notesMaster1.xml" Id="Raf4979ad7ec14c59" /><Relationship Type="http://schemas.openxmlformats.org/officeDocument/2006/relationships/presProps" Target="/ppt/presProps.xml" Id="R27d01005765d47da" /><Relationship Type="http://schemas.openxmlformats.org/officeDocument/2006/relationships/viewProps" Target="/ppt/viewProps.xml" Id="Rb534faca13244f1b" /><Relationship Type="http://schemas.openxmlformats.org/officeDocument/2006/relationships/tableStyles" Target="/ppt/tableStyles.xml" Id="R812cefb37ded41f3" /><Relationship Type="http://schemas.openxmlformats.org/officeDocument/2006/relationships/slide" Target="/ppt/slides/slide1.xml" Id="Rc415db42eeb9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6e39d0fee54e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52fd33e6984644" /><Relationship Type="http://schemas.openxmlformats.org/officeDocument/2006/relationships/notesMaster" Target="/ppt/notesMasters/notesMaster1.xml" Id="R3c0b7ea2d1ed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f91f9a1984c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1c6175dedc40b4" /><Relationship Type="http://schemas.openxmlformats.org/officeDocument/2006/relationships/slideLayout" Target="/ppt/slideLayouts/slideLayout1.xml" Id="R86350e188a92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350e188a92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c5a9d6f5e4f61" /><Relationship Type="http://schemas.openxmlformats.org/officeDocument/2006/relationships/notesSlide" Target="/ppt/notesSlides/notesSlide1.xml" Id="Rbb7f0fbbc98143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CBC9D-2CA9-4E53-882B-E6B7D96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chemeClr val="accent1">
                    <a:lumMod val="50000"/>
                  </a:schemeClr>
                </a:solidFill>
              </a:defRPr>
            </a:pPr>
            <a:r>
              <a:rPr sz="1200">
                <a:solidFill>
                  <a:schemeClr val="accent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AE18B-3A7A-4872-97EE-38410B49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chemeClr val="accent1">
                    <a:lumMod val="50000"/>
                  </a:schemeClr>
                </a:solidFill>
              </a:defRPr>
            </a:pPr>
            <a:r>
              <a:rPr sz="1200">
                <a:solidFill>
                  <a:schemeClr val="accent1">
                    <a:lumMod val="50000"/>
                  </a:schemeClr>
                </a:solidFill>
              </a:rPr>
              <a:t>B</a:t>
            </a:r>
          </a:p>
        </p:txBody>
      </p:sp>
      <p:cxnSp>
        <p:nvCxnSpPr>
          <p:cNvPr id="3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762000" y="2571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85040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2026-06-14T05:30:56.9700000Z</dcterms:created>
  <dcterms:modified xsi:type="dcterms:W3CDTF">2026-06-14T05:30:56.9700000Z</dcterms:modified>
</coreProperties>
</file>